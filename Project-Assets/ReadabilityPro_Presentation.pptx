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81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2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0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5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7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4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5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48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2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80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607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9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9258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52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9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4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053FF83-F06A-4B51-9A77-2B35C280A54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5C2F6C1-8B66-466F-B78A-9F064E5EA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45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BF72-8DC9-ED6B-CB1B-FD8F721DF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5856" y="1"/>
            <a:ext cx="6531429" cy="153488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ReadabilityPro – AI Writing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2B81-E31D-F66D-945A-9E4B7EB75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850571"/>
            <a:ext cx="10582502" cy="448491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Better, Smarter, Faster with AI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Developed by:  </a:t>
            </a:r>
            <a:r>
              <a:rPr lang="en-US" i="1" dirty="0"/>
              <a:t>Fiza Bashir</a:t>
            </a:r>
            <a:r>
              <a:rPr lang="en-US" dirty="0"/>
              <a:t> (8594)</a:t>
            </a:r>
          </a:p>
          <a:p>
            <a:r>
              <a:rPr lang="en-US" dirty="0"/>
              <a:t>                           Jamshaid Ghafoor  (8186)</a:t>
            </a:r>
          </a:p>
          <a:p>
            <a:r>
              <a:rPr lang="en-US" dirty="0"/>
              <a:t>                           Hasham Ikhlaq  (7156)</a:t>
            </a:r>
          </a:p>
          <a:p>
            <a:r>
              <a:rPr lang="en-US" dirty="0"/>
              <a:t>                           Sana Batool  (8554)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Course Department:   </a:t>
            </a:r>
            <a:r>
              <a:rPr lang="en-US" dirty="0"/>
              <a:t>Computing Department</a:t>
            </a:r>
          </a:p>
          <a:p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6F5634-AC8D-F2A8-F4EA-0E33EE283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152400"/>
            <a:ext cx="1981200" cy="163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9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2EFB-B997-7E36-C870-6F7BADA8F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832874" cy="76200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04932-99E3-2497-273E-2D820D6CF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1807028"/>
            <a:ext cx="10832873" cy="46808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Problem: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Many users struggle with writing clarity </a:t>
            </a:r>
          </a:p>
          <a:p>
            <a:r>
              <a:rPr lang="en-US" dirty="0"/>
              <a:t>Complex sentences reduce readability </a:t>
            </a:r>
          </a:p>
          <a:p>
            <a:r>
              <a:rPr lang="en-US" dirty="0"/>
              <a:t>Time-consuming manual editing </a:t>
            </a:r>
          </a:p>
          <a:p>
            <a:r>
              <a:rPr lang="en-US" b="1" dirty="0">
                <a:solidFill>
                  <a:schemeClr val="tx1"/>
                </a:solidFill>
              </a:rPr>
              <a:t>Solution: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AI-based text analysis system </a:t>
            </a:r>
          </a:p>
          <a:p>
            <a:r>
              <a:rPr lang="en-US" dirty="0"/>
              <a:t>Provides instant readability feedback </a:t>
            </a:r>
          </a:p>
          <a:p>
            <a:r>
              <a:rPr lang="en-US" dirty="0"/>
              <a:t>Suggests improvements automatically </a:t>
            </a:r>
          </a:p>
          <a:p>
            <a:pPr algn="ctr"/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</a:t>
            </a:r>
            <a:r>
              <a:rPr lang="en-US" i="1" dirty="0">
                <a:solidFill>
                  <a:schemeClr val="tx1"/>
                </a:solidFill>
              </a:rPr>
              <a:t>Our system simplifies writing and improves communication efficiency</a:t>
            </a:r>
            <a:r>
              <a:rPr lang="en-US" i="1" dirty="0"/>
              <a:t>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23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EA76-5BD5-AF8C-44FC-FBBC29C61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778445" cy="849087"/>
          </a:xfrm>
        </p:spPr>
        <p:txBody>
          <a:bodyPr/>
          <a:lstStyle/>
          <a:p>
            <a:pPr algn="ctr"/>
            <a:r>
              <a:rPr lang="en-US" dirty="0"/>
              <a:t>System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3001F-C148-5D8E-F08D-C2781D228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3773" y="1534886"/>
            <a:ext cx="10473645" cy="4789714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Step 1: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Input Text</a:t>
            </a:r>
          </a:p>
          <a:p>
            <a:r>
              <a:rPr lang="en-US" dirty="0"/>
              <a:t>User enters or pastes content </a:t>
            </a:r>
          </a:p>
          <a:p>
            <a:r>
              <a:rPr lang="en-US" b="1" dirty="0">
                <a:solidFill>
                  <a:schemeClr val="tx1"/>
                </a:solidFill>
              </a:rPr>
              <a:t>Step 2: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Analyze Readability</a:t>
            </a:r>
          </a:p>
          <a:p>
            <a:r>
              <a:rPr lang="en-US" dirty="0"/>
              <a:t>System evaluates sentence structure </a:t>
            </a:r>
          </a:p>
          <a:p>
            <a:r>
              <a:rPr lang="en-US" dirty="0"/>
              <a:t>Checks complexity and readability score </a:t>
            </a:r>
          </a:p>
          <a:p>
            <a:r>
              <a:rPr lang="en-US" b="1" dirty="0">
                <a:solidFill>
                  <a:schemeClr val="tx1"/>
                </a:solidFill>
              </a:rPr>
              <a:t>Step 3: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Generate Suggestions</a:t>
            </a:r>
          </a:p>
          <a:p>
            <a:r>
              <a:rPr lang="en-US" dirty="0"/>
              <a:t>AI suggests improvements </a:t>
            </a:r>
          </a:p>
          <a:p>
            <a:r>
              <a:rPr lang="en-US" dirty="0"/>
              <a:t>Simplifies complex sentences </a:t>
            </a:r>
          </a:p>
          <a:p>
            <a:r>
              <a:rPr lang="en-US" b="1" dirty="0">
                <a:solidFill>
                  <a:schemeClr val="tx1"/>
                </a:solidFill>
              </a:rPr>
              <a:t>Step 4: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Display Output</a:t>
            </a:r>
          </a:p>
          <a:p>
            <a:r>
              <a:rPr lang="en-US" dirty="0"/>
              <a:t>Shows results instantly </a:t>
            </a:r>
          </a:p>
          <a:p>
            <a:r>
              <a:rPr lang="en-US" dirty="0"/>
              <a:t>User can improve content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6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1ED2-D922-4FB8-7ABA-851A6F6BD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865531" cy="870858"/>
          </a:xfrm>
        </p:spPr>
        <p:txBody>
          <a:bodyPr/>
          <a:lstStyle/>
          <a:p>
            <a:pPr algn="ctr"/>
            <a:r>
              <a:rPr lang="en-US" dirty="0"/>
              <a:t>Target Users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A8647-0CB3-66D2-9877-BF4B602D7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318657"/>
            <a:ext cx="10593388" cy="418011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🎓 </a:t>
            </a:r>
            <a:r>
              <a:rPr lang="en-US" sz="2400" dirty="0">
                <a:solidFill>
                  <a:schemeClr val="tx1"/>
                </a:solidFill>
              </a:rPr>
              <a:t>Students</a:t>
            </a:r>
            <a:r>
              <a:rPr lang="en-US" sz="2400" dirty="0"/>
              <a:t> → assignments &amp; reports </a:t>
            </a:r>
          </a:p>
          <a:p>
            <a:r>
              <a:rPr lang="en-US" sz="2400" dirty="0"/>
              <a:t>✍️ </a:t>
            </a:r>
            <a:r>
              <a:rPr lang="en-US" sz="2400" dirty="0">
                <a:solidFill>
                  <a:schemeClr val="tx1"/>
                </a:solidFill>
              </a:rPr>
              <a:t>Writers </a:t>
            </a:r>
            <a:r>
              <a:rPr lang="en-US" sz="2400" dirty="0"/>
              <a:t>→ blogs &amp; content </a:t>
            </a:r>
          </a:p>
          <a:p>
            <a:r>
              <a:rPr lang="en-US" sz="2400" dirty="0"/>
              <a:t>📝</a:t>
            </a:r>
            <a:r>
              <a:rPr lang="en-US" sz="2400" dirty="0">
                <a:solidFill>
                  <a:schemeClr val="tx1"/>
                </a:solidFill>
              </a:rPr>
              <a:t> Bloggers </a:t>
            </a:r>
            <a:r>
              <a:rPr lang="en-US" sz="2400" dirty="0"/>
              <a:t>→ online writing </a:t>
            </a:r>
          </a:p>
          <a:p>
            <a:r>
              <a:rPr lang="en-US" sz="2400" dirty="0"/>
              <a:t>💼 </a:t>
            </a:r>
            <a:r>
              <a:rPr lang="en-US" sz="2400" dirty="0">
                <a:solidFill>
                  <a:schemeClr val="tx1"/>
                </a:solidFill>
              </a:rPr>
              <a:t>Professionals</a:t>
            </a:r>
            <a:r>
              <a:rPr lang="en-US" sz="2400" dirty="0"/>
              <a:t> → emails &amp; documents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</a:t>
            </a:r>
            <a:r>
              <a:rPr lang="en-US" i="1" dirty="0">
                <a:solidFill>
                  <a:schemeClr val="tx1"/>
                </a:solidFill>
              </a:rPr>
              <a:t>Designed for anyone who wants to write clearly and effectively</a:t>
            </a:r>
            <a:r>
              <a:rPr lang="en-US" i="1" dirty="0"/>
              <a:t>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859E-5D2E-67B5-6397-936F9C615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930845" cy="7946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&amp; 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62773-2F4E-17AD-E2E8-31CD92E82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632857"/>
            <a:ext cx="11115902" cy="485502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How to Sell: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Freemium model (free + premium features) </a:t>
            </a:r>
          </a:p>
          <a:p>
            <a:r>
              <a:rPr lang="en-US" dirty="0"/>
              <a:t>Subscription plans </a:t>
            </a:r>
          </a:p>
          <a:p>
            <a:r>
              <a:rPr lang="en-US" b="1" dirty="0">
                <a:solidFill>
                  <a:schemeClr val="tx1"/>
                </a:solidFill>
              </a:rPr>
              <a:t>Why Users Will Buy: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Saves time ⏱ </a:t>
            </a:r>
          </a:p>
          <a:p>
            <a:r>
              <a:rPr lang="en-US" dirty="0"/>
              <a:t>Improves writing quality ✍️ </a:t>
            </a:r>
          </a:p>
          <a:p>
            <a:r>
              <a:rPr lang="en-US" dirty="0"/>
              <a:t>Easy to use ⚡ </a:t>
            </a:r>
          </a:p>
          <a:p>
            <a:r>
              <a:rPr lang="en-US" dirty="0"/>
              <a:t>AI-powered insights 🤖 </a:t>
            </a:r>
          </a:p>
          <a:p>
            <a:r>
              <a:rPr lang="en-US" b="1" dirty="0">
                <a:solidFill>
                  <a:schemeClr val="tx1"/>
                </a:solidFill>
              </a:rPr>
              <a:t>Key Benefits: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Fast results </a:t>
            </a:r>
          </a:p>
          <a:p>
            <a:r>
              <a:rPr lang="en-US" dirty="0"/>
              <a:t>No technical skills required </a:t>
            </a:r>
          </a:p>
          <a:p>
            <a:r>
              <a:rPr lang="en-US" dirty="0"/>
              <a:t>Accessible from anywhere </a:t>
            </a:r>
          </a:p>
          <a:p>
            <a:pPr algn="ctr"/>
            <a:br>
              <a:rPr lang="en-US" dirty="0"/>
            </a:br>
            <a:r>
              <a:rPr lang="en-US" dirty="0"/>
              <a:t>👉 </a:t>
            </a:r>
            <a:r>
              <a:rPr lang="en-US" i="1" dirty="0"/>
              <a:t>“</a:t>
            </a:r>
            <a:r>
              <a:rPr lang="en-US" i="1" dirty="0">
                <a:solidFill>
                  <a:schemeClr val="tx1"/>
                </a:solidFill>
              </a:rPr>
              <a:t>ReadabilityPro turns complex writing into clear communication</a:t>
            </a:r>
            <a:r>
              <a:rPr lang="en-US" i="1" dirty="0"/>
              <a:t>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4799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</TotalTime>
  <Words>232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Slice</vt:lpstr>
      <vt:lpstr>ReadabilityPro – AI Writing Assistant</vt:lpstr>
      <vt:lpstr>Introduction</vt:lpstr>
      <vt:lpstr>System Approach</vt:lpstr>
      <vt:lpstr>Target Users</vt:lpstr>
      <vt:lpstr>Business &amp;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Fiza Khan</dc:creator>
  <cp:lastModifiedBy>Fiza Khan</cp:lastModifiedBy>
  <cp:revision>6</cp:revision>
  <dcterms:created xsi:type="dcterms:W3CDTF">2026-05-06T15:31:43Z</dcterms:created>
  <dcterms:modified xsi:type="dcterms:W3CDTF">2026-05-07T07:56:35Z</dcterms:modified>
</cp:coreProperties>
</file>